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321443-7DF7-4ADE-A842-8BCE5E7227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318570-F48E-4504-97B2-7EA4E46CA1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0920D3-BD82-4A11-97A7-C8556735E4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9EAB30B-3B6A-4604-9010-C3BEAFF307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7C943CB-31AE-403F-9C03-3966038091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4774B649-C48C-401A-BB8E-51EB0896DC5B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indent="0" algn="ctr">
              <a:spcAft>
                <a:spcPts val="1060"/>
              </a:spcAft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b="0" lang="en-US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b="0" lang="en-US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2352147C-07C4-4F23-AFB4-4BE72F377C65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0C859DD8-2E09-484D-9C92-A71A38809348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2A1DCE2B-784D-49EB-A009-25394857BF6F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U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745440" y="1911240"/>
            <a:ext cx="2561760" cy="185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Jairzinho Wey</a:t>
            </a:r>
            <a:endParaRPr b="0" lang="en-US" sz="3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504000" y="-11880"/>
            <a:ext cx="403956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Game Development Examen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Emerald Castle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Logbook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Waarom heb ik voor deze spel gemaakt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Inspiratie voor deze spel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Tech stack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Hoe is deze game gebouwd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Code/Unity builder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CEA08-9248-49C4-878D-D1E27A59641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65080" y="225720"/>
            <a:ext cx="65926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Logbook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765080" y="1326600"/>
            <a:ext cx="6592680" cy="365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Scatch van de game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Structuur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Planning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07F8D1A-FD88-491E-9F65-F36786F4550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Waarom heb ik dit spel gemaakt?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Childhood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Ik hou heel erg van platform games.</a:t>
            </a:r>
            <a:br>
              <a:rPr sz="2400"/>
            </a:b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Mijn eerste platform game was kid chameleon voor de sega genesis 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A284F83-5557-40DE-BE9F-FA6C0B5E278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algn="ctr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Inspiratie voor deze spel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914400" y="1143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Kid Chameleon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Mario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Sonic</a:t>
            </a:r>
            <a:endParaRPr b="0" lang="en-U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 rot="2139000">
            <a:off x="684360" y="3082680"/>
            <a:ext cx="2518920" cy="15901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3203280" y="3429000"/>
            <a:ext cx="3197520" cy="17985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6" name="" descr=""/>
          <p:cNvPicPr/>
          <p:nvPr/>
        </p:nvPicPr>
        <p:blipFill>
          <a:blip r:embed="rId3"/>
          <a:stretch/>
        </p:blipFill>
        <p:spPr>
          <a:xfrm rot="20548800">
            <a:off x="6785640" y="3160440"/>
            <a:ext cx="3004200" cy="1502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3E4C270-A420-425A-8D81-2E9E784689B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Tech stack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143000" y="1371600"/>
            <a:ext cx="1329480" cy="13716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3026160" y="1371600"/>
            <a:ext cx="4517640" cy="24285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0" name="" descr=""/>
          <p:cNvPicPr/>
          <p:nvPr/>
        </p:nvPicPr>
        <p:blipFill>
          <a:blip r:embed="rId3"/>
          <a:stretch/>
        </p:blipFill>
        <p:spPr>
          <a:xfrm>
            <a:off x="8001000" y="1848240"/>
            <a:ext cx="1204560" cy="13521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1" name="" descr=""/>
          <p:cNvPicPr/>
          <p:nvPr/>
        </p:nvPicPr>
        <p:blipFill>
          <a:blip r:embed="rId4"/>
          <a:stretch/>
        </p:blipFill>
        <p:spPr>
          <a:xfrm>
            <a:off x="3543480" y="4114800"/>
            <a:ext cx="3543120" cy="1294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E8E053B-EF30-4C51-9093-AB8DD424720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25146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DEMO!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B459BBB-CCFC-489E-9127-7AC707577FE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2026-02-06T15:55:07Z</dcterms:created>
  <dc:creator/>
  <dc:description>This work is licensed under a Creative Commons-0 licence.
It makes use of the works of Zirk.</dc:description>
  <dc:language>en-US</dc:language>
  <cp:lastModifiedBy/>
  <dcterms:modified xsi:type="dcterms:W3CDTF">2026-02-09T11:53:24Z</dcterms:modified>
  <cp:revision>4</cp:revision>
  <dc:subject/>
  <dc:title>Focus</dc:title>
</cp:coreProperties>
</file>